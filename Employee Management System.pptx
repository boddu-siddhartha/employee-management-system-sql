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92" r:id="rId10"/>
    <p:sldId id="29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59" r:id="rId34"/>
  </p:sldIdLst>
  <p:sldSz cx="12192000" cy="6858000"/>
  <p:notesSz cx="6858000" cy="9144000"/>
  <p:embeddedFontLst>
    <p:embeddedFont>
      <p:font typeface="Lato Black" panose="020F0502020204030203" pitchFamily="34" charset="0"/>
      <p:bold r:id="rId36"/>
      <p:boldItalic r:id="rId37"/>
    </p:embeddedFont>
    <p:embeddedFont>
      <p:font typeface="Libre Baskerville" panose="02000000000000000000" pitchFamily="2" charset="0"/>
      <p:regular r:id="rId38"/>
      <p:bold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E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03CA7-B8C1-48BE-A442-28BD7615008B}" v="134" dt="2026-01-29T11:45:18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a Boddu" userId="4b8010a9e0b04688" providerId="LiveId" clId="{49C3AF3E-13B5-4E91-B03B-30AF519AECF0}"/>
    <pc:docChg chg="custSel modSld">
      <pc:chgData name="Siddhartha Boddu" userId="4b8010a9e0b04688" providerId="LiveId" clId="{49C3AF3E-13B5-4E91-B03B-30AF519AECF0}" dt="2026-01-29T11:45:18.273" v="227" actId="1076"/>
      <pc:docMkLst>
        <pc:docMk/>
      </pc:docMkLst>
      <pc:sldChg chg="modSp mod">
        <pc:chgData name="Siddhartha Boddu" userId="4b8010a9e0b04688" providerId="LiveId" clId="{49C3AF3E-13B5-4E91-B03B-30AF519AECF0}" dt="2026-01-29T11:45:18.273" v="227" actId="1076"/>
        <pc:sldMkLst>
          <pc:docMk/>
          <pc:sldMk cId="0" sldId="257"/>
        </pc:sldMkLst>
        <pc:spChg chg="mod">
          <ac:chgData name="Siddhartha Boddu" userId="4b8010a9e0b04688" providerId="LiveId" clId="{49C3AF3E-13B5-4E91-B03B-30AF519AECF0}" dt="2026-01-29T11:45:18.273" v="227" actId="1076"/>
          <ac:spMkLst>
            <pc:docMk/>
            <pc:sldMk cId="0" sldId="257"/>
            <ac:spMk id="2" creationId="{61815CEA-4220-3239-529F-9B60E04EF198}"/>
          </ac:spMkLst>
        </pc:spChg>
      </pc:sldChg>
      <pc:sldChg chg="modSp mod">
        <pc:chgData name="Siddhartha Boddu" userId="4b8010a9e0b04688" providerId="LiveId" clId="{49C3AF3E-13B5-4E91-B03B-30AF519AECF0}" dt="2026-01-29T11:39:37.249" v="201" actId="12"/>
        <pc:sldMkLst>
          <pc:docMk/>
          <pc:sldMk cId="0" sldId="258"/>
        </pc:sldMkLst>
        <pc:spChg chg="mod">
          <ac:chgData name="Siddhartha Boddu" userId="4b8010a9e0b04688" providerId="LiveId" clId="{49C3AF3E-13B5-4E91-B03B-30AF519AECF0}" dt="2026-01-29T11:39:37.249" v="201" actId="12"/>
          <ac:spMkLst>
            <pc:docMk/>
            <pc:sldMk cId="0" sldId="258"/>
            <ac:spMk id="111" creationId="{00000000-0000-0000-0000-000000000000}"/>
          </ac:spMkLst>
        </pc:spChg>
      </pc:sldChg>
      <pc:sldChg chg="modSp">
        <pc:chgData name="Siddhartha Boddu" userId="4b8010a9e0b04688" providerId="LiveId" clId="{49C3AF3E-13B5-4E91-B03B-30AF519AECF0}" dt="2026-01-29T11:39:09.929" v="200" actId="1076"/>
        <pc:sldMkLst>
          <pc:docMk/>
          <pc:sldMk cId="3345814224" sldId="260"/>
        </pc:sldMkLst>
        <pc:spChg chg="mod">
          <ac:chgData name="Siddhartha Boddu" userId="4b8010a9e0b04688" providerId="LiveId" clId="{49C3AF3E-13B5-4E91-B03B-30AF519AECF0}" dt="2026-01-29T11:39:09.929" v="200" actId="1076"/>
          <ac:spMkLst>
            <pc:docMk/>
            <pc:sldMk cId="3345814224" sldId="260"/>
            <ac:spMk id="4" creationId="{F218E22F-8D55-484B-95BD-C815FF94280D}"/>
          </ac:spMkLst>
        </pc:spChg>
      </pc:sldChg>
      <pc:sldChg chg="modSp mod">
        <pc:chgData name="Siddhartha Boddu" userId="4b8010a9e0b04688" providerId="LiveId" clId="{49C3AF3E-13B5-4E91-B03B-30AF519AECF0}" dt="2026-01-29T11:38:41.709" v="198" actId="1076"/>
        <pc:sldMkLst>
          <pc:docMk/>
          <pc:sldMk cId="739061314" sldId="262"/>
        </pc:sldMkLst>
        <pc:picChg chg="mod">
          <ac:chgData name="Siddhartha Boddu" userId="4b8010a9e0b04688" providerId="LiveId" clId="{49C3AF3E-13B5-4E91-B03B-30AF519AECF0}" dt="2026-01-29T11:38:41.709" v="198" actId="1076"/>
          <ac:picMkLst>
            <pc:docMk/>
            <pc:sldMk cId="739061314" sldId="262"/>
            <ac:picMk id="15" creationId="{CCFC49E2-D0C6-61B9-E159-908815F11FC0}"/>
          </ac:picMkLst>
        </pc:picChg>
      </pc:sldChg>
      <pc:sldChg chg="addSp delSp modSp mod">
        <pc:chgData name="Siddhartha Boddu" userId="4b8010a9e0b04688" providerId="LiveId" clId="{49C3AF3E-13B5-4E91-B03B-30AF519AECF0}" dt="2026-01-29T11:26:52.274" v="149" actId="1076"/>
        <pc:sldMkLst>
          <pc:docMk/>
          <pc:sldMk cId="1547795371" sldId="265"/>
        </pc:sldMkLst>
        <pc:spChg chg="add del mod">
          <ac:chgData name="Siddhartha Boddu" userId="4b8010a9e0b04688" providerId="LiveId" clId="{49C3AF3E-13B5-4E91-B03B-30AF519AECF0}" dt="2026-01-29T11:26:04.643" v="145"/>
          <ac:spMkLst>
            <pc:docMk/>
            <pc:sldMk cId="1547795371" sldId="265"/>
            <ac:spMk id="2" creationId="{4FD95CD1-C6B4-1E47-3A11-CBFC4B29D98E}"/>
          </ac:spMkLst>
        </pc:spChg>
        <pc:spChg chg="add mod">
          <ac:chgData name="Siddhartha Boddu" userId="4b8010a9e0b04688" providerId="LiveId" clId="{49C3AF3E-13B5-4E91-B03B-30AF519AECF0}" dt="2026-01-29T11:26:52.274" v="149" actId="1076"/>
          <ac:spMkLst>
            <pc:docMk/>
            <pc:sldMk cId="1547795371" sldId="265"/>
            <ac:spMk id="3" creationId="{8638F845-A309-9F49-720D-C06270ECA789}"/>
          </ac:spMkLst>
        </pc:spChg>
      </pc:sldChg>
      <pc:sldChg chg="addSp delSp modSp mod">
        <pc:chgData name="Siddhartha Boddu" userId="4b8010a9e0b04688" providerId="LiveId" clId="{49C3AF3E-13B5-4E91-B03B-30AF519AECF0}" dt="2026-01-29T11:32:59.619" v="181" actId="1076"/>
        <pc:sldMkLst>
          <pc:docMk/>
          <pc:sldMk cId="2623983364" sldId="266"/>
        </pc:sldMkLst>
        <pc:spChg chg="add del mod">
          <ac:chgData name="Siddhartha Boddu" userId="4b8010a9e0b04688" providerId="LiveId" clId="{49C3AF3E-13B5-4E91-B03B-30AF519AECF0}" dt="2026-01-29T11:27:13.775" v="153"/>
          <ac:spMkLst>
            <pc:docMk/>
            <pc:sldMk cId="2623983364" sldId="266"/>
            <ac:spMk id="2" creationId="{458B0308-4E49-8910-334A-D20D6EBDB85B}"/>
          </ac:spMkLst>
        </pc:spChg>
        <pc:spChg chg="add mod">
          <ac:chgData name="Siddhartha Boddu" userId="4b8010a9e0b04688" providerId="LiveId" clId="{49C3AF3E-13B5-4E91-B03B-30AF519AECF0}" dt="2026-01-29T11:32:59.619" v="181" actId="1076"/>
          <ac:spMkLst>
            <pc:docMk/>
            <pc:sldMk cId="2623983364" sldId="266"/>
            <ac:spMk id="3" creationId="{E1004407-3188-5A79-6F9E-D8AEFD3DBB9F}"/>
          </ac:spMkLst>
        </pc:spChg>
      </pc:sldChg>
      <pc:sldChg chg="addSp delSp modSp mod">
        <pc:chgData name="Siddhartha Boddu" userId="4b8010a9e0b04688" providerId="LiveId" clId="{49C3AF3E-13B5-4E91-B03B-30AF519AECF0}" dt="2026-01-29T11:33:13.164" v="182" actId="1076"/>
        <pc:sldMkLst>
          <pc:docMk/>
          <pc:sldMk cId="460498738" sldId="267"/>
        </pc:sldMkLst>
        <pc:spChg chg="add del mod">
          <ac:chgData name="Siddhartha Boddu" userId="4b8010a9e0b04688" providerId="LiveId" clId="{49C3AF3E-13B5-4E91-B03B-30AF519AECF0}" dt="2026-01-29T11:29:30.412" v="168"/>
          <ac:spMkLst>
            <pc:docMk/>
            <pc:sldMk cId="460498738" sldId="267"/>
            <ac:spMk id="2" creationId="{BF8BC785-0615-2A00-D674-51566013F4E5}"/>
          </ac:spMkLst>
        </pc:spChg>
        <pc:spChg chg="add mod">
          <ac:chgData name="Siddhartha Boddu" userId="4b8010a9e0b04688" providerId="LiveId" clId="{49C3AF3E-13B5-4E91-B03B-30AF519AECF0}" dt="2026-01-29T11:33:13.164" v="182" actId="1076"/>
          <ac:spMkLst>
            <pc:docMk/>
            <pc:sldMk cId="460498738" sldId="267"/>
            <ac:spMk id="3" creationId="{BE849201-32B8-D058-B6E0-AD51FA022519}"/>
          </ac:spMkLst>
        </pc:spChg>
      </pc:sldChg>
      <pc:sldChg chg="addSp delSp modSp">
        <pc:chgData name="Siddhartha Boddu" userId="4b8010a9e0b04688" providerId="LiveId" clId="{49C3AF3E-13B5-4E91-B03B-30AF519AECF0}" dt="2026-01-29T11:31:13.449" v="175" actId="1076"/>
        <pc:sldMkLst>
          <pc:docMk/>
          <pc:sldMk cId="1077532499" sldId="268"/>
        </pc:sldMkLst>
        <pc:spChg chg="add del mod">
          <ac:chgData name="Siddhartha Boddu" userId="4b8010a9e0b04688" providerId="LiveId" clId="{49C3AF3E-13B5-4E91-B03B-30AF519AECF0}" dt="2026-01-29T11:30:10.907" v="169" actId="21"/>
          <ac:spMkLst>
            <pc:docMk/>
            <pc:sldMk cId="1077532499" sldId="268"/>
            <ac:spMk id="2" creationId="{6658D448-B84E-F6DA-FF05-62C16933A796}"/>
          </ac:spMkLst>
        </pc:spChg>
        <pc:spChg chg="add mod">
          <ac:chgData name="Siddhartha Boddu" userId="4b8010a9e0b04688" providerId="LiveId" clId="{49C3AF3E-13B5-4E91-B03B-30AF519AECF0}" dt="2026-01-29T11:30:16.288" v="170"/>
          <ac:spMkLst>
            <pc:docMk/>
            <pc:sldMk cId="1077532499" sldId="268"/>
            <ac:spMk id="3" creationId="{6658D448-B84E-F6DA-FF05-62C16933A796}"/>
          </ac:spMkLst>
        </pc:spChg>
        <pc:spChg chg="add mod">
          <ac:chgData name="Siddhartha Boddu" userId="4b8010a9e0b04688" providerId="LiveId" clId="{49C3AF3E-13B5-4E91-B03B-30AF519AECF0}" dt="2026-01-29T11:31:13.449" v="175" actId="1076"/>
          <ac:spMkLst>
            <pc:docMk/>
            <pc:sldMk cId="1077532499" sldId="268"/>
            <ac:spMk id="5" creationId="{FE066E5C-1BE5-8311-4888-69BE93029E92}"/>
          </ac:spMkLst>
        </pc:spChg>
      </pc:sldChg>
      <pc:sldChg chg="addSp delSp modSp">
        <pc:chgData name="Siddhartha Boddu" userId="4b8010a9e0b04688" providerId="LiveId" clId="{49C3AF3E-13B5-4E91-B03B-30AF519AECF0}" dt="2026-01-29T11:32:29.708" v="180" actId="1076"/>
        <pc:sldMkLst>
          <pc:docMk/>
          <pc:sldMk cId="2978741472" sldId="269"/>
        </pc:sldMkLst>
        <pc:spChg chg="add del mod">
          <ac:chgData name="Siddhartha Boddu" userId="4b8010a9e0b04688" providerId="LiveId" clId="{49C3AF3E-13B5-4E91-B03B-30AF519AECF0}" dt="2026-01-29T11:31:44.628" v="176" actId="21"/>
          <ac:spMkLst>
            <pc:docMk/>
            <pc:sldMk cId="2978741472" sldId="269"/>
            <ac:spMk id="2" creationId="{959965EF-578A-58A0-EE5B-E1330DEF1702}"/>
          </ac:spMkLst>
        </pc:spChg>
        <pc:spChg chg="add mod">
          <ac:chgData name="Siddhartha Boddu" userId="4b8010a9e0b04688" providerId="LiveId" clId="{49C3AF3E-13B5-4E91-B03B-30AF519AECF0}" dt="2026-01-29T11:32:29.708" v="180" actId="1076"/>
          <ac:spMkLst>
            <pc:docMk/>
            <pc:sldMk cId="2978741472" sldId="269"/>
            <ac:spMk id="3" creationId="{38293D49-1AF1-7C92-014F-1A34D10CAD43}"/>
          </ac:spMkLst>
        </pc:spChg>
      </pc:sldChg>
      <pc:sldChg chg="addSp modSp">
        <pc:chgData name="Siddhartha Boddu" userId="4b8010a9e0b04688" providerId="LiveId" clId="{49C3AF3E-13B5-4E91-B03B-30AF519AECF0}" dt="2026-01-29T11:34:00.630" v="185" actId="1076"/>
        <pc:sldMkLst>
          <pc:docMk/>
          <pc:sldMk cId="3089731278" sldId="270"/>
        </pc:sldMkLst>
        <pc:spChg chg="add mod">
          <ac:chgData name="Siddhartha Boddu" userId="4b8010a9e0b04688" providerId="LiveId" clId="{49C3AF3E-13B5-4E91-B03B-30AF519AECF0}" dt="2026-01-29T11:34:00.630" v="185" actId="1076"/>
          <ac:spMkLst>
            <pc:docMk/>
            <pc:sldMk cId="3089731278" sldId="270"/>
            <ac:spMk id="2" creationId="{3B8766D7-0425-B34B-F772-926AF0443DD4}"/>
          </ac:spMkLst>
        </pc:spChg>
      </pc:sldChg>
      <pc:sldChg chg="addSp modSp">
        <pc:chgData name="Siddhartha Boddu" userId="4b8010a9e0b04688" providerId="LiveId" clId="{49C3AF3E-13B5-4E91-B03B-30AF519AECF0}" dt="2026-01-29T11:34:10.501" v="186" actId="1076"/>
        <pc:sldMkLst>
          <pc:docMk/>
          <pc:sldMk cId="2505583922" sldId="271"/>
        </pc:sldMkLst>
        <pc:spChg chg="add mod">
          <ac:chgData name="Siddhartha Boddu" userId="4b8010a9e0b04688" providerId="LiveId" clId="{49C3AF3E-13B5-4E91-B03B-30AF519AECF0}" dt="2026-01-29T11:34:10.501" v="186" actId="1076"/>
          <ac:spMkLst>
            <pc:docMk/>
            <pc:sldMk cId="2505583922" sldId="271"/>
            <ac:spMk id="2" creationId="{6712152E-844E-CF62-ABBC-8AA65BCF959A}"/>
          </ac:spMkLst>
        </pc:spChg>
      </pc:sldChg>
      <pc:sldChg chg="addSp modSp mod">
        <pc:chgData name="Siddhartha Boddu" userId="4b8010a9e0b04688" providerId="LiveId" clId="{49C3AF3E-13B5-4E91-B03B-30AF519AECF0}" dt="2026-01-29T11:34:25.412" v="187" actId="1076"/>
        <pc:sldMkLst>
          <pc:docMk/>
          <pc:sldMk cId="2273220272" sldId="272"/>
        </pc:sldMkLst>
        <pc:spChg chg="add mod">
          <ac:chgData name="Siddhartha Boddu" userId="4b8010a9e0b04688" providerId="LiveId" clId="{49C3AF3E-13B5-4E91-B03B-30AF519AECF0}" dt="2026-01-29T11:34:25.412" v="187" actId="1076"/>
          <ac:spMkLst>
            <pc:docMk/>
            <pc:sldMk cId="2273220272" sldId="272"/>
            <ac:spMk id="2" creationId="{A291594E-3151-B258-0144-51EF82676ED6}"/>
          </ac:spMkLst>
        </pc:spChg>
      </pc:sldChg>
      <pc:sldChg chg="addSp modSp">
        <pc:chgData name="Siddhartha Boddu" userId="4b8010a9e0b04688" providerId="LiveId" clId="{49C3AF3E-13B5-4E91-B03B-30AF519AECF0}" dt="2026-01-29T11:34:52.975" v="188" actId="1076"/>
        <pc:sldMkLst>
          <pc:docMk/>
          <pc:sldMk cId="1608780741" sldId="273"/>
        </pc:sldMkLst>
        <pc:spChg chg="add mod">
          <ac:chgData name="Siddhartha Boddu" userId="4b8010a9e0b04688" providerId="LiveId" clId="{49C3AF3E-13B5-4E91-B03B-30AF519AECF0}" dt="2026-01-29T11:34:52.975" v="188" actId="1076"/>
          <ac:spMkLst>
            <pc:docMk/>
            <pc:sldMk cId="1608780741" sldId="273"/>
            <ac:spMk id="2" creationId="{36CC79ED-6417-866C-23DD-80DCC6D00419}"/>
          </ac:spMkLst>
        </pc:spChg>
      </pc:sldChg>
      <pc:sldChg chg="addSp modSp">
        <pc:chgData name="Siddhartha Boddu" userId="4b8010a9e0b04688" providerId="LiveId" clId="{49C3AF3E-13B5-4E91-B03B-30AF519AECF0}" dt="2026-01-29T11:14:41.547" v="91" actId="1076"/>
        <pc:sldMkLst>
          <pc:docMk/>
          <pc:sldMk cId="3177462632" sldId="274"/>
        </pc:sldMkLst>
        <pc:spChg chg="add mod">
          <ac:chgData name="Siddhartha Boddu" userId="4b8010a9e0b04688" providerId="LiveId" clId="{49C3AF3E-13B5-4E91-B03B-30AF519AECF0}" dt="2026-01-29T11:14:41.547" v="91" actId="1076"/>
          <ac:spMkLst>
            <pc:docMk/>
            <pc:sldMk cId="3177462632" sldId="274"/>
            <ac:spMk id="2" creationId="{E4119BCD-958E-B2CB-B5EF-BBD780FCC990}"/>
          </ac:spMkLst>
        </pc:spChg>
      </pc:sldChg>
      <pc:sldChg chg="addSp modSp">
        <pc:chgData name="Siddhartha Boddu" userId="4b8010a9e0b04688" providerId="LiveId" clId="{49C3AF3E-13B5-4E91-B03B-30AF519AECF0}" dt="2026-01-29T11:35:13.833" v="189" actId="1076"/>
        <pc:sldMkLst>
          <pc:docMk/>
          <pc:sldMk cId="1409697346" sldId="275"/>
        </pc:sldMkLst>
        <pc:spChg chg="add mod">
          <ac:chgData name="Siddhartha Boddu" userId="4b8010a9e0b04688" providerId="LiveId" clId="{49C3AF3E-13B5-4E91-B03B-30AF519AECF0}" dt="2026-01-29T11:35:13.833" v="189" actId="1076"/>
          <ac:spMkLst>
            <pc:docMk/>
            <pc:sldMk cId="1409697346" sldId="275"/>
            <ac:spMk id="2" creationId="{4E03DAAF-7911-2770-6432-50E576CC6E26}"/>
          </ac:spMkLst>
        </pc:spChg>
      </pc:sldChg>
      <pc:sldChg chg="addSp modSp">
        <pc:chgData name="Siddhartha Boddu" userId="4b8010a9e0b04688" providerId="LiveId" clId="{49C3AF3E-13B5-4E91-B03B-30AF519AECF0}" dt="2026-01-29T11:16:27.480" v="100" actId="1076"/>
        <pc:sldMkLst>
          <pc:docMk/>
          <pc:sldMk cId="3382152712" sldId="276"/>
        </pc:sldMkLst>
        <pc:spChg chg="add mod">
          <ac:chgData name="Siddhartha Boddu" userId="4b8010a9e0b04688" providerId="LiveId" clId="{49C3AF3E-13B5-4E91-B03B-30AF519AECF0}" dt="2026-01-29T11:16:27.480" v="100" actId="1076"/>
          <ac:spMkLst>
            <pc:docMk/>
            <pc:sldMk cId="3382152712" sldId="276"/>
            <ac:spMk id="2" creationId="{3DE69604-88BB-07A0-6056-960C59DBB448}"/>
          </ac:spMkLst>
        </pc:spChg>
      </pc:sldChg>
      <pc:sldChg chg="addSp modSp">
        <pc:chgData name="Siddhartha Boddu" userId="4b8010a9e0b04688" providerId="LiveId" clId="{49C3AF3E-13B5-4E91-B03B-30AF519AECF0}" dt="2026-01-29T11:17:31.710" v="104" actId="1076"/>
        <pc:sldMkLst>
          <pc:docMk/>
          <pc:sldMk cId="1147914009" sldId="277"/>
        </pc:sldMkLst>
        <pc:spChg chg="add mod">
          <ac:chgData name="Siddhartha Boddu" userId="4b8010a9e0b04688" providerId="LiveId" clId="{49C3AF3E-13B5-4E91-B03B-30AF519AECF0}" dt="2026-01-29T11:17:31.710" v="104" actId="1076"/>
          <ac:spMkLst>
            <pc:docMk/>
            <pc:sldMk cId="1147914009" sldId="277"/>
            <ac:spMk id="2" creationId="{9F526B03-8D72-7725-E293-C36AFFA3C368}"/>
          </ac:spMkLst>
        </pc:spChg>
      </pc:sldChg>
      <pc:sldChg chg="addSp modSp">
        <pc:chgData name="Siddhartha Boddu" userId="4b8010a9e0b04688" providerId="LiveId" clId="{49C3AF3E-13B5-4E91-B03B-30AF519AECF0}" dt="2026-01-29T11:18:22.582" v="108" actId="1076"/>
        <pc:sldMkLst>
          <pc:docMk/>
          <pc:sldMk cId="2676299467" sldId="278"/>
        </pc:sldMkLst>
        <pc:spChg chg="add mod">
          <ac:chgData name="Siddhartha Boddu" userId="4b8010a9e0b04688" providerId="LiveId" clId="{49C3AF3E-13B5-4E91-B03B-30AF519AECF0}" dt="2026-01-29T11:18:22.582" v="108" actId="1076"/>
          <ac:spMkLst>
            <pc:docMk/>
            <pc:sldMk cId="2676299467" sldId="278"/>
            <ac:spMk id="2" creationId="{8FA7D8B0-1FBA-DCA8-5C92-17193BD9CB30}"/>
          </ac:spMkLst>
        </pc:spChg>
      </pc:sldChg>
      <pc:sldChg chg="addSp modSp">
        <pc:chgData name="Siddhartha Boddu" userId="4b8010a9e0b04688" providerId="LiveId" clId="{49C3AF3E-13B5-4E91-B03B-30AF519AECF0}" dt="2026-01-29T11:19:07.653" v="112" actId="1076"/>
        <pc:sldMkLst>
          <pc:docMk/>
          <pc:sldMk cId="351958253" sldId="279"/>
        </pc:sldMkLst>
        <pc:spChg chg="add mod">
          <ac:chgData name="Siddhartha Boddu" userId="4b8010a9e0b04688" providerId="LiveId" clId="{49C3AF3E-13B5-4E91-B03B-30AF519AECF0}" dt="2026-01-29T11:19:07.653" v="112" actId="1076"/>
          <ac:spMkLst>
            <pc:docMk/>
            <pc:sldMk cId="351958253" sldId="279"/>
            <ac:spMk id="2" creationId="{220FC145-D2D3-8C70-E767-141ABAEB6D85}"/>
          </ac:spMkLst>
        </pc:spChg>
      </pc:sldChg>
      <pc:sldChg chg="addSp modSp">
        <pc:chgData name="Siddhartha Boddu" userId="4b8010a9e0b04688" providerId="LiveId" clId="{49C3AF3E-13B5-4E91-B03B-30AF519AECF0}" dt="2026-01-29T11:35:38.624" v="190" actId="1076"/>
        <pc:sldMkLst>
          <pc:docMk/>
          <pc:sldMk cId="3590385298" sldId="280"/>
        </pc:sldMkLst>
        <pc:spChg chg="add mod">
          <ac:chgData name="Siddhartha Boddu" userId="4b8010a9e0b04688" providerId="LiveId" clId="{49C3AF3E-13B5-4E91-B03B-30AF519AECF0}" dt="2026-01-29T11:35:38.624" v="190" actId="1076"/>
          <ac:spMkLst>
            <pc:docMk/>
            <pc:sldMk cId="3590385298" sldId="280"/>
            <ac:spMk id="2" creationId="{20A4E563-74A0-BB95-B2A1-D19124727296}"/>
          </ac:spMkLst>
        </pc:spChg>
      </pc:sldChg>
      <pc:sldChg chg="addSp modSp">
        <pc:chgData name="Siddhartha Boddu" userId="4b8010a9e0b04688" providerId="LiveId" clId="{49C3AF3E-13B5-4E91-B03B-30AF519AECF0}" dt="2026-01-29T11:20:41.458" v="120" actId="1076"/>
        <pc:sldMkLst>
          <pc:docMk/>
          <pc:sldMk cId="3265952167" sldId="281"/>
        </pc:sldMkLst>
        <pc:spChg chg="add mod">
          <ac:chgData name="Siddhartha Boddu" userId="4b8010a9e0b04688" providerId="LiveId" clId="{49C3AF3E-13B5-4E91-B03B-30AF519AECF0}" dt="2026-01-29T11:20:41.458" v="120" actId="1076"/>
          <ac:spMkLst>
            <pc:docMk/>
            <pc:sldMk cId="3265952167" sldId="281"/>
            <ac:spMk id="2" creationId="{2011405B-B9B8-8028-EDF4-CC34F280BE51}"/>
          </ac:spMkLst>
        </pc:spChg>
      </pc:sldChg>
      <pc:sldChg chg="addSp modSp">
        <pc:chgData name="Siddhartha Boddu" userId="4b8010a9e0b04688" providerId="LiveId" clId="{49C3AF3E-13B5-4E91-B03B-30AF519AECF0}" dt="2026-01-29T11:21:20.375" v="124" actId="1076"/>
        <pc:sldMkLst>
          <pc:docMk/>
          <pc:sldMk cId="1407621983" sldId="282"/>
        </pc:sldMkLst>
        <pc:spChg chg="add mod">
          <ac:chgData name="Siddhartha Boddu" userId="4b8010a9e0b04688" providerId="LiveId" clId="{49C3AF3E-13B5-4E91-B03B-30AF519AECF0}" dt="2026-01-29T11:21:20.375" v="124" actId="1076"/>
          <ac:spMkLst>
            <pc:docMk/>
            <pc:sldMk cId="1407621983" sldId="282"/>
            <ac:spMk id="2" creationId="{99C19CFE-5E84-297B-2628-8A145D189486}"/>
          </ac:spMkLst>
        </pc:spChg>
      </pc:sldChg>
      <pc:sldChg chg="addSp modSp">
        <pc:chgData name="Siddhartha Boddu" userId="4b8010a9e0b04688" providerId="LiveId" clId="{49C3AF3E-13B5-4E91-B03B-30AF519AECF0}" dt="2026-01-29T11:22:20.663" v="128" actId="1076"/>
        <pc:sldMkLst>
          <pc:docMk/>
          <pc:sldMk cId="1540395525" sldId="283"/>
        </pc:sldMkLst>
        <pc:spChg chg="add mod">
          <ac:chgData name="Siddhartha Boddu" userId="4b8010a9e0b04688" providerId="LiveId" clId="{49C3AF3E-13B5-4E91-B03B-30AF519AECF0}" dt="2026-01-29T11:22:20.663" v="128" actId="1076"/>
          <ac:spMkLst>
            <pc:docMk/>
            <pc:sldMk cId="1540395525" sldId="283"/>
            <ac:spMk id="2" creationId="{FB6D2596-585E-0143-D9B4-D1A84251829C}"/>
          </ac:spMkLst>
        </pc:spChg>
      </pc:sldChg>
      <pc:sldChg chg="modSp mod">
        <pc:chgData name="Siddhartha Boddu" userId="4b8010a9e0b04688" providerId="LiveId" clId="{49C3AF3E-13B5-4E91-B03B-30AF519AECF0}" dt="2026-01-29T11:37:19.266" v="195" actId="1076"/>
        <pc:sldMkLst>
          <pc:docMk/>
          <pc:sldMk cId="415367375" sldId="284"/>
        </pc:sldMkLst>
        <pc:spChg chg="mod">
          <ac:chgData name="Siddhartha Boddu" userId="4b8010a9e0b04688" providerId="LiveId" clId="{49C3AF3E-13B5-4E91-B03B-30AF519AECF0}" dt="2026-01-29T11:37:04.220" v="194" actId="1076"/>
          <ac:spMkLst>
            <pc:docMk/>
            <pc:sldMk cId="415367375" sldId="284"/>
            <ac:spMk id="3" creationId="{9EEEFB00-7C1B-5792-5B61-E7A30E50E5C6}"/>
          </ac:spMkLst>
        </pc:spChg>
        <pc:spChg chg="mod">
          <ac:chgData name="Siddhartha Boddu" userId="4b8010a9e0b04688" providerId="LiveId" clId="{49C3AF3E-13B5-4E91-B03B-30AF519AECF0}" dt="2026-01-29T11:37:19.266" v="195" actId="1076"/>
          <ac:spMkLst>
            <pc:docMk/>
            <pc:sldMk cId="415367375" sldId="284"/>
            <ac:spMk id="5" creationId="{3EFA4B8D-26BA-5273-3384-BABC81729125}"/>
          </ac:spMkLst>
        </pc:spChg>
      </pc:sldChg>
      <pc:sldChg chg="modSp mod">
        <pc:chgData name="Siddhartha Boddu" userId="4b8010a9e0b04688" providerId="LiveId" clId="{49C3AF3E-13B5-4E91-B03B-30AF519AECF0}" dt="2026-01-29T11:36:34.455" v="192" actId="1076"/>
        <pc:sldMkLst>
          <pc:docMk/>
          <pc:sldMk cId="3455743907" sldId="285"/>
        </pc:sldMkLst>
        <pc:spChg chg="mod">
          <ac:chgData name="Siddhartha Boddu" userId="4b8010a9e0b04688" providerId="LiveId" clId="{49C3AF3E-13B5-4E91-B03B-30AF519AECF0}" dt="2026-01-29T11:36:34.455" v="192" actId="1076"/>
          <ac:spMkLst>
            <pc:docMk/>
            <pc:sldMk cId="3455743907" sldId="285"/>
            <ac:spMk id="3" creationId="{73C76F8B-A0C2-1156-F38F-7869E6E043F6}"/>
          </ac:spMkLst>
        </pc:spChg>
      </pc:sldChg>
      <pc:sldChg chg="modSp mod">
        <pc:chgData name="Siddhartha Boddu" userId="4b8010a9e0b04688" providerId="LiveId" clId="{49C3AF3E-13B5-4E91-B03B-30AF519AECF0}" dt="2026-01-29T11:37:48.307" v="197" actId="1076"/>
        <pc:sldMkLst>
          <pc:docMk/>
          <pc:sldMk cId="1766965902" sldId="286"/>
        </pc:sldMkLst>
        <pc:spChg chg="mod">
          <ac:chgData name="Siddhartha Boddu" userId="4b8010a9e0b04688" providerId="LiveId" clId="{49C3AF3E-13B5-4E91-B03B-30AF519AECF0}" dt="2026-01-29T11:37:48.307" v="197" actId="1076"/>
          <ac:spMkLst>
            <pc:docMk/>
            <pc:sldMk cId="1766965902" sldId="286"/>
            <ac:spMk id="5" creationId="{9B23D226-6008-4E42-5DF6-3F6CC727C9EB}"/>
          </ac:spMkLst>
        </pc:spChg>
      </pc:sldChg>
      <pc:sldChg chg="addSp delSp modSp mod">
        <pc:chgData name="Siddhartha Boddu" userId="4b8010a9e0b04688" providerId="LiveId" clId="{49C3AF3E-13B5-4E91-B03B-30AF519AECF0}" dt="2026-01-29T11:25:14.652" v="141" actId="1076"/>
        <pc:sldMkLst>
          <pc:docMk/>
          <pc:sldMk cId="3901395303" sldId="291"/>
        </pc:sldMkLst>
        <pc:spChg chg="add mod">
          <ac:chgData name="Siddhartha Boddu" userId="4b8010a9e0b04688" providerId="LiveId" clId="{49C3AF3E-13B5-4E91-B03B-30AF519AECF0}" dt="2026-01-29T11:25:14.652" v="141" actId="1076"/>
          <ac:spMkLst>
            <pc:docMk/>
            <pc:sldMk cId="3901395303" sldId="291"/>
            <ac:spMk id="4" creationId="{C7A24E04-3C6D-1BED-389B-A0904EB363FC}"/>
          </ac:spMkLst>
        </pc:spChg>
        <pc:picChg chg="add del mod">
          <ac:chgData name="Siddhartha Boddu" userId="4b8010a9e0b04688" providerId="LiveId" clId="{49C3AF3E-13B5-4E91-B03B-30AF519AECF0}" dt="2026-01-29T11:24:23.983" v="136" actId="21"/>
          <ac:picMkLst>
            <pc:docMk/>
            <pc:sldMk cId="3901395303" sldId="291"/>
            <ac:picMk id="3" creationId="{A6DAE9FB-39C0-A84E-D9E5-81C2262FAF35}"/>
          </ac:picMkLst>
        </pc:picChg>
      </pc:sldChg>
      <pc:sldChg chg="addSp delSp modSp mod">
        <pc:chgData name="Siddhartha Boddu" userId="4b8010a9e0b04688" providerId="LiveId" clId="{49C3AF3E-13B5-4E91-B03B-30AF519AECF0}" dt="2026-01-29T11:24:10.154" v="135" actId="1076"/>
        <pc:sldMkLst>
          <pc:docMk/>
          <pc:sldMk cId="2091446971" sldId="292"/>
        </pc:sldMkLst>
        <pc:spChg chg="add del mod">
          <ac:chgData name="Siddhartha Boddu" userId="4b8010a9e0b04688" providerId="LiveId" clId="{49C3AF3E-13B5-4E91-B03B-30AF519AECF0}" dt="2026-01-29T10:50:33.662" v="31"/>
          <ac:spMkLst>
            <pc:docMk/>
            <pc:sldMk cId="2091446971" sldId="292"/>
            <ac:spMk id="3" creationId="{447C8AA7-9637-E709-F803-B2C07929BEDD}"/>
          </ac:spMkLst>
        </pc:spChg>
        <pc:spChg chg="add del mod">
          <ac:chgData name="Siddhartha Boddu" userId="4b8010a9e0b04688" providerId="LiveId" clId="{49C3AF3E-13B5-4E91-B03B-30AF519AECF0}" dt="2026-01-29T11:23:54.624" v="134"/>
          <ac:spMkLst>
            <pc:docMk/>
            <pc:sldMk cId="2091446971" sldId="292"/>
            <ac:spMk id="4" creationId="{F76F9C38-677B-A45B-9DD1-34AE032EE45C}"/>
          </ac:spMkLst>
        </pc:spChg>
        <pc:spChg chg="add mod">
          <ac:chgData name="Siddhartha Boddu" userId="4b8010a9e0b04688" providerId="LiveId" clId="{49C3AF3E-13B5-4E91-B03B-30AF519AECF0}" dt="2026-01-29T11:24:10.154" v="135" actId="1076"/>
          <ac:spMkLst>
            <pc:docMk/>
            <pc:sldMk cId="2091446971" sldId="292"/>
            <ac:spMk id="5" creationId="{9E61046F-07EC-56E2-9F89-5797554DB2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2" y="4006744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/>
              <a:t>EMPLOYEE MANAGEMENT </a:t>
            </a:r>
            <a:r>
              <a:rPr lang="en-IN" sz="2800" b="1" spc="-10" dirty="0"/>
              <a:t>SYSTEM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89EEE-2243-87CE-EC65-E7DF58BECF07}"/>
              </a:ext>
            </a:extLst>
          </p:cNvPr>
          <p:cNvSpPr txBox="1"/>
          <p:nvPr/>
        </p:nvSpPr>
        <p:spPr>
          <a:xfrm>
            <a:off x="770021" y="5211901"/>
            <a:ext cx="102669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PRESENTED BY : BODDU SIDDHARTHA                                             BATCH NO : 433</a:t>
            </a:r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Lato Black"/>
              </a:rPr>
              <a:t>ABOUT ME</a:t>
            </a:r>
            <a:endParaRPr lang="en-IN" sz="1800" b="1" i="0" u="none" strike="noStrike" cap="none" dirty="0">
              <a:solidFill>
                <a:srgbClr val="FF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815CEA-4220-3239-529F-9B60E04E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491" y="920350"/>
            <a:ext cx="11992509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  <a:cs typeface="Calibri"/>
              </a:rPr>
              <a:t>I</a:t>
            </a:r>
            <a:r>
              <a:rPr lang="en-US" sz="1800" spc="32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am Boddu Siddhartha,</a:t>
            </a:r>
            <a:r>
              <a:rPr lang="en-US" sz="1800" spc="33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</a:t>
            </a:r>
            <a:r>
              <a:rPr lang="en-US" sz="1800" spc="325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B. Tech</a:t>
            </a:r>
            <a:r>
              <a:rPr lang="en-US" sz="1800" spc="31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(2025)</a:t>
            </a:r>
            <a:r>
              <a:rPr lang="en-US" sz="1800" spc="33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graduate</a:t>
            </a:r>
            <a:r>
              <a:rPr lang="en-US" sz="1800" spc="32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in</a:t>
            </a:r>
            <a:r>
              <a:rPr lang="en-US" sz="1800" spc="31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Computer</a:t>
            </a:r>
            <a:r>
              <a:rPr lang="en-US" sz="1800" spc="325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Science</a:t>
            </a:r>
            <a:r>
              <a:rPr lang="en-US" sz="1800" spc="315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and</a:t>
            </a:r>
            <a:r>
              <a:rPr lang="en-US" sz="1800" spc="31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Engineering</a:t>
            </a:r>
            <a:r>
              <a:rPr lang="en-US" sz="1800" spc="325" dirty="0">
                <a:latin typeface="+mn-lt"/>
                <a:cs typeface="Calibri"/>
              </a:rPr>
              <a:t> </a:t>
            </a:r>
            <a:r>
              <a:rPr lang="en-US" sz="1800" spc="-20" dirty="0">
                <a:latin typeface="+mn-lt"/>
                <a:cs typeface="Calibri"/>
              </a:rPr>
              <a:t>from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Swami Vivekananda Institute of Technology.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Actively focused on and have a strong interest in using data analytics, SQL-based approaches, and statistical methods to transform raw data into actionable insights that support business decisions.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Enjoy analyzing data, identifying patterns, and applying analytical thinking to real-world business problems.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fundamentals and hands-on skills in SQL, Python, Pandas, NumPy, Advanced Statistics, Matplotlib, and Seaborn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with</a:t>
            </a:r>
            <a:r>
              <a:rPr lang="en-US" sz="1800" spc="-4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</a:t>
            </a:r>
            <a:r>
              <a:rPr lang="en-US" sz="1800" spc="-5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focus</a:t>
            </a:r>
            <a:r>
              <a:rPr lang="en-US" sz="1800" spc="-55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on</a:t>
            </a:r>
            <a:r>
              <a:rPr lang="en-US" sz="1800" spc="-6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data</a:t>
            </a:r>
            <a:r>
              <a:rPr lang="en-US" sz="1800" spc="-3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analysis,</a:t>
            </a:r>
            <a:r>
              <a:rPr lang="en-US" sz="1800" spc="-2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visualization,</a:t>
            </a:r>
            <a:r>
              <a:rPr lang="en-US" sz="1800" spc="-20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and</a:t>
            </a:r>
            <a:r>
              <a:rPr lang="en-US" sz="1800" spc="-35" dirty="0">
                <a:latin typeface="+mn-lt"/>
                <a:cs typeface="Calibri"/>
              </a:rPr>
              <a:t> </a:t>
            </a:r>
            <a:r>
              <a:rPr lang="en-US" sz="1800" dirty="0">
                <a:latin typeface="+mn-lt"/>
                <a:cs typeface="Calibri"/>
              </a:rPr>
              <a:t>statistical</a:t>
            </a:r>
            <a:r>
              <a:rPr lang="en-US" sz="1800" spc="-35" dirty="0">
                <a:latin typeface="+mn-lt"/>
                <a:cs typeface="Calibri"/>
              </a:rPr>
              <a:t> </a:t>
            </a:r>
            <a:r>
              <a:rPr lang="en-US" sz="1800" spc="-10" dirty="0">
                <a:latin typeface="+mn-lt"/>
                <a:cs typeface="Calibri"/>
              </a:rPr>
              <a:t>reasoning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through practical projects.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fresher, bring a curious mindset, strong analytical thinking, and discipline to convert raw data into actionable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 to contribute to data-driven decision making and create measurable business impact.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588009"/>
            <a:ext cx="2796257" cy="8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+mj-lt"/>
              </a:rPr>
              <a:t>AGENDA </a:t>
            </a:r>
            <a:endParaRPr sz="32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297859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Your Experience/Challenges working on SQL – Data Analysis Project.</a:t>
            </a:r>
            <a:endParaRPr sz="2400" dirty="0"/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218E22F-8D55-484B-95BD-C815FF942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5" y="652672"/>
            <a:ext cx="12083845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Management System (EMS) is a centralized SQL-based solution for managing organizational employee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store and manage employee details, job roles, departments, salaries, qualifications, leaves, and payroll.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Uses a relational database model with primary and foreign keys to maintain structured, well-organized data and accurate relationships between entities.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Cascading constraints ensure data consistency during updates and deletions while enabling efficient retrieval of employee and payroll information.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Eliminates manual record-keeping, data duplication, and inconsistencies across HR operations while reducing operational effort and manual errors.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Supports analytical querying for workforce, compensation, and leave analysis, providing a strong foundation for data-driven HR decision making.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C76FF-70FF-B6C7-05BC-1FC85A4D6CCE}"/>
              </a:ext>
            </a:extLst>
          </p:cNvPr>
          <p:cNvSpPr txBox="1"/>
          <p:nvPr/>
        </p:nvSpPr>
        <p:spPr>
          <a:xfrm>
            <a:off x="4033683" y="129452"/>
            <a:ext cx="308487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cs typeface="Arial"/>
                <a:sym typeface="Arial"/>
              </a:rPr>
              <a:t>INTRODUCTION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581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396F123-AB6F-2059-131C-FE4F1C0F8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5" y="1124725"/>
            <a:ext cx="10019071" cy="412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 SQL-based system to efficiently manage employee and HR-related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clear relational links between employees, departments, job roles, and payroll.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and consistent data through enforced database constraints.</a:t>
            </a:r>
          </a:p>
          <a:p>
            <a:pPr marL="285750" marR="0" lvl="0" indent="-28575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HR-focused analysis through optimized SQL queries and aggregations.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organizational metrics such as workforce size, salary expenditure, and leave usage.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actionable outputs that assist HR teams in operational and strategic planning.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ACB1E-5446-B31E-FAC9-96E1B42ED7C1}"/>
              </a:ext>
            </a:extLst>
          </p:cNvPr>
          <p:cNvSpPr txBox="1"/>
          <p:nvPr/>
        </p:nvSpPr>
        <p:spPr>
          <a:xfrm>
            <a:off x="2585884" y="8169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9DAAFBE-F845-D465-C0EA-1D57AEAFE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187" y="447617"/>
            <a:ext cx="5732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OBJECTIVE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57990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BCB6503-286F-40EC-F509-F711C098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6" y="4732596"/>
            <a:ext cx="8202170" cy="104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B89CFD-0A9E-A583-8A04-FCA0FD573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56" y="2947858"/>
            <a:ext cx="3982006" cy="1066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FC49E2-D0C6-61B9-E159-908815F1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56" y="1242366"/>
            <a:ext cx="7468642" cy="10669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8CAD78-7C9F-3C07-F3F8-CB242A611FA7}"/>
              </a:ext>
            </a:extLst>
          </p:cNvPr>
          <p:cNvSpPr txBox="1"/>
          <p:nvPr/>
        </p:nvSpPr>
        <p:spPr>
          <a:xfrm>
            <a:off x="896451" y="797505"/>
            <a:ext cx="1769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JobDepartment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A519C-3D31-C604-9041-6486B1554482}"/>
              </a:ext>
            </a:extLst>
          </p:cNvPr>
          <p:cNvSpPr txBox="1"/>
          <p:nvPr/>
        </p:nvSpPr>
        <p:spPr>
          <a:xfrm>
            <a:off x="784156" y="2493630"/>
            <a:ext cx="1553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SalaryBonus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5E69B1-ED88-AD40-F428-C908A64604BB}"/>
              </a:ext>
            </a:extLst>
          </p:cNvPr>
          <p:cNvSpPr txBox="1"/>
          <p:nvPr/>
        </p:nvSpPr>
        <p:spPr>
          <a:xfrm>
            <a:off x="784156" y="4207064"/>
            <a:ext cx="1309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Employee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745D2E-6252-EAE3-94FE-021E110E6822}"/>
              </a:ext>
            </a:extLst>
          </p:cNvPr>
          <p:cNvSpPr txBox="1"/>
          <p:nvPr/>
        </p:nvSpPr>
        <p:spPr>
          <a:xfrm>
            <a:off x="896451" y="201060"/>
            <a:ext cx="5867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DATABASE SCHEMA OVERVIEW</a:t>
            </a:r>
            <a:endParaRPr lang="en-IN" sz="2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906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A94D-C53A-8926-B06D-C260758058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9509" y="-42461"/>
            <a:ext cx="5863796" cy="10157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DATABASE SCHEMA OVERVIEW</a:t>
            </a:r>
            <a:endParaRPr lang="en-IN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399AA-3D26-3ADE-8113-2000DCAB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09" y="4784415"/>
            <a:ext cx="6468378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053E1-1A7D-E5F4-D35B-D80B58B0A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09" y="3020014"/>
            <a:ext cx="3743847" cy="1047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73AD9-3EF1-7F16-EFC9-B69C9CFDC445}"/>
              </a:ext>
            </a:extLst>
          </p:cNvPr>
          <p:cNvSpPr txBox="1"/>
          <p:nvPr/>
        </p:nvSpPr>
        <p:spPr>
          <a:xfrm>
            <a:off x="568219" y="2585114"/>
            <a:ext cx="1071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Leaves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19546-8CF5-90E1-972B-B5B78FA7E8F4}"/>
              </a:ext>
            </a:extLst>
          </p:cNvPr>
          <p:cNvSpPr txBox="1"/>
          <p:nvPr/>
        </p:nvSpPr>
        <p:spPr>
          <a:xfrm>
            <a:off x="577516" y="4322156"/>
            <a:ext cx="1062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Payroll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E8C5A9-6A6A-AE6E-79ED-B38FC7810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09" y="1254906"/>
            <a:ext cx="5663675" cy="10486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6A65DC-26FD-E1C9-ADFB-FE8C67FCB9DB}"/>
              </a:ext>
            </a:extLst>
          </p:cNvPr>
          <p:cNvSpPr txBox="1"/>
          <p:nvPr/>
        </p:nvSpPr>
        <p:spPr>
          <a:xfrm>
            <a:off x="577516" y="794390"/>
            <a:ext cx="1538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spc="-10" dirty="0"/>
              <a:t>Qualification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17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75BCDE-BC08-3E98-FC16-DFB13364A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15" y="789039"/>
            <a:ext cx="9834975" cy="5279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F84B3-CB45-8FC8-CDB3-FC70A7A9E53E}"/>
              </a:ext>
            </a:extLst>
          </p:cNvPr>
          <p:cNvSpPr txBox="1"/>
          <p:nvPr/>
        </p:nvSpPr>
        <p:spPr>
          <a:xfrm>
            <a:off x="844215" y="204264"/>
            <a:ext cx="2486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ER</a:t>
            </a:r>
            <a:r>
              <a:rPr lang="en-IN" sz="3200" b="1" spc="-120" dirty="0">
                <a:solidFill>
                  <a:srgbClr val="FF0000"/>
                </a:solidFill>
              </a:rPr>
              <a:t> </a:t>
            </a:r>
            <a:r>
              <a:rPr lang="en-IN" sz="3200" b="1" spc="-10" dirty="0">
                <a:solidFill>
                  <a:srgbClr val="FF0000"/>
                </a:solidFill>
              </a:rPr>
              <a:t>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71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62E562-5486-74E2-7C70-61E31A15633E}"/>
              </a:ext>
            </a:extLst>
          </p:cNvPr>
          <p:cNvSpPr/>
          <p:nvPr/>
        </p:nvSpPr>
        <p:spPr>
          <a:xfrm>
            <a:off x="349262" y="859389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US" sz="200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US" sz="200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lang="en-US" sz="200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employees</a:t>
            </a:r>
            <a:r>
              <a:rPr kumimoji="0" lang="en-US" sz="200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US" sz="200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currently</a:t>
            </a:r>
            <a:r>
              <a:rPr kumimoji="0" lang="en-US" sz="200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US" sz="200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200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00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system?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EDA4F-B3DF-5BE7-AA97-0DF5D00FBF0E}"/>
              </a:ext>
            </a:extLst>
          </p:cNvPr>
          <p:cNvSpPr txBox="1"/>
          <p:nvPr/>
        </p:nvSpPr>
        <p:spPr>
          <a:xfrm>
            <a:off x="3451123" y="137652"/>
            <a:ext cx="4912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1.</a:t>
            </a:r>
            <a:r>
              <a:rPr lang="en-IN" sz="3200" b="1" spc="-140" dirty="0">
                <a:solidFill>
                  <a:schemeClr val="tx1"/>
                </a:solidFill>
              </a:rPr>
              <a:t> </a:t>
            </a:r>
            <a:r>
              <a:rPr lang="en-IN" sz="3200" b="1" dirty="0">
                <a:solidFill>
                  <a:schemeClr val="tx1"/>
                </a:solidFill>
              </a:rPr>
              <a:t>EMPLOYEE</a:t>
            </a:r>
            <a:r>
              <a:rPr lang="en-IN" sz="3200" b="1" spc="-75" dirty="0">
                <a:solidFill>
                  <a:schemeClr val="tx1"/>
                </a:solidFill>
              </a:rPr>
              <a:t> </a:t>
            </a:r>
            <a:r>
              <a:rPr lang="en-IN" sz="3200" b="1" spc="-10" dirty="0">
                <a:solidFill>
                  <a:schemeClr val="tx1"/>
                </a:solidFill>
              </a:rPr>
              <a:t>INSIGHTS</a:t>
            </a:r>
            <a:endParaRPr lang="en-IN" sz="32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3311EF-F087-8791-4C23-287C011E8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117" y="3163679"/>
            <a:ext cx="3478143" cy="8612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5B267A-CFCB-0211-A536-C6805EFA3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40" y="3102226"/>
            <a:ext cx="7201080" cy="86125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E61046F-07EC-56E2-9F89-5797554DB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995" y="5467967"/>
            <a:ext cx="9446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manages data for 60 unique employees, forming the organization’s workforce base.</a:t>
            </a:r>
          </a:p>
        </p:txBody>
      </p:sp>
    </p:spTree>
    <p:extLst>
      <p:ext uri="{BB962C8B-B14F-4D97-AF65-F5344CB8AC3E}">
        <p14:creationId xmlns:p14="http://schemas.microsoft.com/office/powerpoint/2010/main" val="209144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294704-807A-20AA-85BA-363A4C43E962}"/>
              </a:ext>
            </a:extLst>
          </p:cNvPr>
          <p:cNvSpPr/>
          <p:nvPr/>
        </p:nvSpPr>
        <p:spPr>
          <a:xfrm>
            <a:off x="349262" y="495011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</a:rPr>
              <a:t>Which</a:t>
            </a:r>
            <a:r>
              <a:rPr lang="en-US" sz="2000" spc="-15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departments</a:t>
            </a:r>
            <a:r>
              <a:rPr lang="en-US" sz="2000" spc="-5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have</a:t>
            </a:r>
            <a:r>
              <a:rPr lang="en-US" sz="2000" spc="-3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the</a:t>
            </a:r>
            <a:r>
              <a:rPr lang="en-US" sz="2000" spc="-3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highest</a:t>
            </a:r>
            <a:r>
              <a:rPr lang="en-US" sz="2000" spc="-5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number</a:t>
            </a:r>
            <a:r>
              <a:rPr lang="en-US" sz="2000" spc="-25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of</a:t>
            </a:r>
            <a:r>
              <a:rPr lang="en-US" sz="2000" spc="-25" dirty="0">
                <a:solidFill>
                  <a:schemeClr val="tx1"/>
                </a:solidFill>
              </a:rPr>
              <a:t> </a:t>
            </a:r>
            <a:r>
              <a:rPr lang="en-US" sz="2000" spc="-10" dirty="0">
                <a:solidFill>
                  <a:schemeClr val="tx1"/>
                </a:solidFill>
              </a:rPr>
              <a:t>employees?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35A92-3D82-37A3-A96F-2732C3D73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590" y="3112525"/>
            <a:ext cx="3077245" cy="1527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3CF50-2EC0-98F3-489A-765531D65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36" y="2370361"/>
            <a:ext cx="7185754" cy="194496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7A24E04-3C6D-1BED-389B-A0904EB36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2" y="5541831"/>
            <a:ext cx="94500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and IT departments have the highest employee count, indicating key operational areas.</a:t>
            </a:r>
          </a:p>
        </p:txBody>
      </p:sp>
    </p:spTree>
    <p:extLst>
      <p:ext uri="{BB962C8B-B14F-4D97-AF65-F5344CB8AC3E}">
        <p14:creationId xmlns:p14="http://schemas.microsoft.com/office/powerpoint/2010/main" val="390139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F23628-C239-B3AB-EB97-87915DF5426C}"/>
              </a:ext>
            </a:extLst>
          </p:cNvPr>
          <p:cNvSpPr/>
          <p:nvPr/>
        </p:nvSpPr>
        <p:spPr>
          <a:xfrm>
            <a:off x="349262" y="474378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What is</a:t>
            </a:r>
            <a:r>
              <a:rPr lang="en-US" sz="2000" spc="-1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average</a:t>
            </a:r>
            <a:r>
              <a:rPr lang="en-US" sz="2000" spc="-3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salary</a:t>
            </a:r>
            <a:r>
              <a:rPr lang="en-US" sz="2000" spc="-3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per</a:t>
            </a:r>
            <a:r>
              <a:rPr lang="en-US" sz="2000" spc="-35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department?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641D0-73DE-092E-8300-AF0773DB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326" y="2495419"/>
            <a:ext cx="2981980" cy="2622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5B1152-7939-A30C-B4A0-170E23B5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2" y="2495419"/>
            <a:ext cx="7802064" cy="18840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38F845-A309-9F49-720D-C06270EC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463" y="5539280"/>
            <a:ext cx="8141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levels vary by department based on role complexity and skill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547795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C09725-DBA7-735E-2F0A-26F93902A7E3}"/>
              </a:ext>
            </a:extLst>
          </p:cNvPr>
          <p:cNvSpPr/>
          <p:nvPr/>
        </p:nvSpPr>
        <p:spPr>
          <a:xfrm>
            <a:off x="349262" y="522505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Who</a:t>
            </a:r>
            <a:r>
              <a:rPr lang="en-US" sz="2000" spc="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 top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5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highest-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paid</a:t>
            </a:r>
            <a:r>
              <a:rPr lang="en-US" sz="20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employees?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DB128-77AB-08FB-753E-E4235F2F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94" y="2399924"/>
            <a:ext cx="7449590" cy="2058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DBFE-3A0C-9669-CEA9-01F4F0A58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664" y="3018295"/>
            <a:ext cx="3799589" cy="17814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004407-3188-5A79-6F9E-D8AEFD3D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2016" y="5602058"/>
            <a:ext cx="80473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highest-paid employees typically hold senior or high-responsibility positions.</a:t>
            </a:r>
          </a:p>
        </p:txBody>
      </p:sp>
    </p:spTree>
    <p:extLst>
      <p:ext uri="{BB962C8B-B14F-4D97-AF65-F5344CB8AC3E}">
        <p14:creationId xmlns:p14="http://schemas.microsoft.com/office/powerpoint/2010/main" val="2623983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BD89A5-C93C-A60A-5705-E587021D8629}"/>
              </a:ext>
            </a:extLst>
          </p:cNvPr>
          <p:cNvSpPr/>
          <p:nvPr/>
        </p:nvSpPr>
        <p:spPr>
          <a:xfrm>
            <a:off x="349262" y="442294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What</a:t>
            </a:r>
            <a:r>
              <a:rPr lang="en-US" sz="2000" spc="-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is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total</a:t>
            </a:r>
            <a:r>
              <a:rPr lang="en-US" sz="2000" spc="-1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salary</a:t>
            </a:r>
            <a:r>
              <a:rPr lang="en-US" sz="2000" spc="-3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expenditure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across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company?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55A91-A1B3-9D78-379A-11FF88A6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10" y="2773782"/>
            <a:ext cx="2985631" cy="861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743B2-FA5F-FF72-380F-E4C894494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76" y="2773783"/>
            <a:ext cx="6450725" cy="861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849201-32B8-D058-B6E0-AD51FA022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478" y="5510153"/>
            <a:ext cx="77155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salary expenditure highlights payroll as a significant organizational cost.</a:t>
            </a:r>
          </a:p>
        </p:txBody>
      </p:sp>
    </p:spTree>
    <p:extLst>
      <p:ext uri="{BB962C8B-B14F-4D97-AF65-F5344CB8AC3E}">
        <p14:creationId xmlns:p14="http://schemas.microsoft.com/office/powerpoint/2010/main" val="46049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B23410-69E8-55DF-92AE-FB02D613967C}"/>
              </a:ext>
            </a:extLst>
          </p:cNvPr>
          <p:cNvSpPr/>
          <p:nvPr/>
        </p:nvSpPr>
        <p:spPr>
          <a:xfrm>
            <a:off x="349262" y="859389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How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many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different</a:t>
            </a:r>
            <a:r>
              <a:rPr lang="en-US"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job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roles</a:t>
            </a:r>
            <a:r>
              <a:rPr lang="en-US"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exist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each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department?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D8873-C1CE-0895-E49F-1CAE2195CA7E}"/>
              </a:ext>
            </a:extLst>
          </p:cNvPr>
          <p:cNvSpPr txBox="1"/>
          <p:nvPr/>
        </p:nvSpPr>
        <p:spPr>
          <a:xfrm>
            <a:off x="1619334" y="160359"/>
            <a:ext cx="9449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dirty="0"/>
              <a:t>2. JOB</a:t>
            </a:r>
            <a:r>
              <a:rPr lang="en-US" sz="3200" b="1" spc="-145" dirty="0"/>
              <a:t> </a:t>
            </a:r>
            <a:r>
              <a:rPr lang="en-US" sz="3200" b="1" dirty="0"/>
              <a:t>ROLE</a:t>
            </a:r>
            <a:r>
              <a:rPr lang="en-US" sz="3200" b="1" spc="-120" dirty="0"/>
              <a:t> </a:t>
            </a:r>
            <a:r>
              <a:rPr lang="en-US" sz="3200" b="1" dirty="0"/>
              <a:t>AND</a:t>
            </a:r>
            <a:r>
              <a:rPr lang="en-US" sz="3200" b="1" spc="-125" dirty="0"/>
              <a:t> </a:t>
            </a:r>
            <a:r>
              <a:rPr lang="en-US" sz="3200" b="1" dirty="0"/>
              <a:t>DEPARTMENT</a:t>
            </a:r>
            <a:r>
              <a:rPr lang="en-US" sz="3200" b="1" spc="-80" dirty="0"/>
              <a:t> </a:t>
            </a:r>
            <a:r>
              <a:rPr lang="en-US" sz="3200" b="1" spc="-10" dirty="0"/>
              <a:t>ANALYSIS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8DA271-B763-AF9C-7120-5FB12494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97" y="2390941"/>
            <a:ext cx="2878954" cy="2592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F29DBA-FC95-2C9B-CC7A-7CE7DC15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5" y="2679699"/>
            <a:ext cx="7525800" cy="150729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E066E5C-1BE5-8311-4888-69BE93029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642" y="5629279"/>
            <a:ext cx="6910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with more job roles reflect greater functional diversity.</a:t>
            </a:r>
          </a:p>
        </p:txBody>
      </p:sp>
    </p:spTree>
    <p:extLst>
      <p:ext uri="{BB962C8B-B14F-4D97-AF65-F5344CB8AC3E}">
        <p14:creationId xmlns:p14="http://schemas.microsoft.com/office/powerpoint/2010/main" val="1077532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305942-C58E-92E8-8490-18D877299FFB}"/>
              </a:ext>
            </a:extLst>
          </p:cNvPr>
          <p:cNvSpPr/>
          <p:nvPr/>
        </p:nvSpPr>
        <p:spPr>
          <a:xfrm>
            <a:off x="349262" y="442294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What</a:t>
            </a:r>
            <a:r>
              <a:rPr lang="en-US" sz="20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average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salary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range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per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department?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5727A-F66C-4567-959C-364BFF17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260" y="2109230"/>
            <a:ext cx="2893246" cy="2639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A3DBC-339A-7DF7-E5D0-AAA77A1CA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2" y="2459692"/>
            <a:ext cx="7489661" cy="19386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293D49-1AF1-7C92-014F-1A34D10CA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674" y="5554448"/>
            <a:ext cx="79624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average salaries are seen in departments requiring specialized expertise.</a:t>
            </a:r>
          </a:p>
        </p:txBody>
      </p:sp>
    </p:spTree>
    <p:extLst>
      <p:ext uri="{BB962C8B-B14F-4D97-AF65-F5344CB8AC3E}">
        <p14:creationId xmlns:p14="http://schemas.microsoft.com/office/powerpoint/2010/main" val="2978741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CAE791-906A-B114-B080-4765E759D64A}"/>
              </a:ext>
            </a:extLst>
          </p:cNvPr>
          <p:cNvSpPr/>
          <p:nvPr/>
        </p:nvSpPr>
        <p:spPr>
          <a:xfrm>
            <a:off x="349261" y="490420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Which</a:t>
            </a:r>
            <a:r>
              <a:rPr lang="en-US" sz="2000" spc="-1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job</a:t>
            </a:r>
            <a:r>
              <a:rPr lang="en-US" sz="2000" spc="-1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roles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offer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highest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salary?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204D92-E816-ADF0-3196-1973053A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0" y="2349365"/>
            <a:ext cx="8364117" cy="1267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5D7342-1E3D-09FA-93B7-0E7068D7D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408" y="2982866"/>
            <a:ext cx="4940969" cy="16256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8766D7-0425-B34B-F772-926AF044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355" y="5625514"/>
            <a:ext cx="70214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Leadership and director-level roles receive the highest compensation.</a:t>
            </a:r>
          </a:p>
        </p:txBody>
      </p:sp>
    </p:spTree>
    <p:extLst>
      <p:ext uri="{BB962C8B-B14F-4D97-AF65-F5344CB8AC3E}">
        <p14:creationId xmlns:p14="http://schemas.microsoft.com/office/powerpoint/2010/main" val="308973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F56C54-591B-BB52-4091-8B1DB443F4D5}"/>
              </a:ext>
            </a:extLst>
          </p:cNvPr>
          <p:cNvSpPr/>
          <p:nvPr/>
        </p:nvSpPr>
        <p:spPr>
          <a:xfrm>
            <a:off x="349262" y="458337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Which</a:t>
            </a:r>
            <a:r>
              <a:rPr lang="en-US" sz="2000" spc="-1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departments</a:t>
            </a:r>
            <a:r>
              <a:rPr lang="en-US" sz="2000" spc="-5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have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highest</a:t>
            </a:r>
            <a:r>
              <a:rPr lang="en-US" sz="2000" spc="-5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total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salary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allocation?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5822F5-A168-0C8A-219B-F792C3AA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5" y="2338278"/>
            <a:ext cx="7954485" cy="1571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9BDFB1-C2F7-3C99-CF74-CC87AD5DD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912" y="3056021"/>
            <a:ext cx="3887052" cy="13352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12152E-844E-CF62-ABBC-8AA65BCF9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419" y="5461884"/>
            <a:ext cx="87559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allocation is highest in departments with both larger teams and higher pay scales.</a:t>
            </a:r>
          </a:p>
        </p:txBody>
      </p:sp>
    </p:spTree>
    <p:extLst>
      <p:ext uri="{BB962C8B-B14F-4D97-AF65-F5344CB8AC3E}">
        <p14:creationId xmlns:p14="http://schemas.microsoft.com/office/powerpoint/2010/main" val="2505583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07261D-8468-821F-B3D8-658FA508E506}"/>
              </a:ext>
            </a:extLst>
          </p:cNvPr>
          <p:cNvSpPr/>
          <p:nvPr/>
        </p:nvSpPr>
        <p:spPr>
          <a:xfrm>
            <a:off x="365304" y="859389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How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many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employees</a:t>
            </a:r>
            <a:r>
              <a:rPr lang="en-US" sz="20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have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at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least</a:t>
            </a:r>
            <a:r>
              <a:rPr lang="en-US" sz="20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one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qualification</a:t>
            </a:r>
            <a:r>
              <a:rPr lang="en-US" sz="2000" spc="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listed?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0FB4F-F1A4-62E8-4452-4DDAD75ED7B4}"/>
              </a:ext>
            </a:extLst>
          </p:cNvPr>
          <p:cNvSpPr txBox="1"/>
          <p:nvPr/>
        </p:nvSpPr>
        <p:spPr>
          <a:xfrm>
            <a:off x="1698630" y="144379"/>
            <a:ext cx="8794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3.</a:t>
            </a:r>
            <a:r>
              <a:rPr lang="en-US" sz="3200" b="1" spc="-114" dirty="0"/>
              <a:t> </a:t>
            </a:r>
            <a:r>
              <a:rPr lang="en-US" sz="3200" b="1" spc="-10" dirty="0"/>
              <a:t>QUALIFICATION</a:t>
            </a:r>
            <a:r>
              <a:rPr lang="en-US" sz="3200" b="1" spc="-80" dirty="0"/>
              <a:t> </a:t>
            </a:r>
            <a:r>
              <a:rPr lang="en-US" sz="3200" b="1" dirty="0"/>
              <a:t>AND</a:t>
            </a:r>
            <a:r>
              <a:rPr lang="en-US" sz="3200" b="1" spc="-100" dirty="0"/>
              <a:t> </a:t>
            </a:r>
            <a:r>
              <a:rPr lang="en-US" sz="3200" b="1" dirty="0"/>
              <a:t>SKILLS</a:t>
            </a:r>
            <a:r>
              <a:rPr lang="en-US" sz="3200" b="1" spc="-80" dirty="0"/>
              <a:t> </a:t>
            </a:r>
            <a:r>
              <a:rPr lang="en-US" sz="3200" b="1" spc="-10" dirty="0"/>
              <a:t>ANALYSIS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304A5-34BC-DDEF-A68F-8A8BC72C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516" y="3608170"/>
            <a:ext cx="4126851" cy="861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1E6E19-6470-8041-8CA7-8A3CC102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32" y="2746914"/>
            <a:ext cx="8258620" cy="8612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91594E-3151-B258-0144-51EF82676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748" y="5495695"/>
            <a:ext cx="81772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employee has at least one qualification, showing a fully qualified workforce.</a:t>
            </a:r>
          </a:p>
        </p:txBody>
      </p:sp>
    </p:spTree>
    <p:extLst>
      <p:ext uri="{BB962C8B-B14F-4D97-AF65-F5344CB8AC3E}">
        <p14:creationId xmlns:p14="http://schemas.microsoft.com/office/powerpoint/2010/main" val="227322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BC2F03-D6F0-972F-6719-9AF6A41FB381}"/>
              </a:ext>
            </a:extLst>
          </p:cNvPr>
          <p:cNvSpPr/>
          <p:nvPr/>
        </p:nvSpPr>
        <p:spPr>
          <a:xfrm>
            <a:off x="349262" y="522505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positions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require</a:t>
            </a:r>
            <a:r>
              <a:rPr lang="en-US" sz="20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most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qualifications?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970596-A825-CA89-45C9-29F0691AC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624" y="2527040"/>
            <a:ext cx="3646628" cy="2727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54E873-F95E-CF43-0105-CDA34C42A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47" y="2664214"/>
            <a:ext cx="6604277" cy="12268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CC79ED-6417-866C-23DD-80DCC6D0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31" y="5646333"/>
            <a:ext cx="73084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and analytical roles demand higher qualification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60878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B330D9-45BC-198B-E453-0F63FD80533A}"/>
              </a:ext>
            </a:extLst>
          </p:cNvPr>
          <p:cNvSpPr/>
          <p:nvPr/>
        </p:nvSpPr>
        <p:spPr>
          <a:xfrm>
            <a:off x="349262" y="362084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Which</a:t>
            </a:r>
            <a:r>
              <a:rPr lang="en-US" sz="2000" spc="-1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employees</a:t>
            </a:r>
            <a:r>
              <a:rPr lang="en-US" sz="2000" spc="-7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have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highest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number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of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qualifications?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CE3D3-303F-2AAE-8569-0CC530CA7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062" y="2263282"/>
            <a:ext cx="3562959" cy="2886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DA141-8605-3F71-B16E-F89A2D5CB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2" y="2423702"/>
            <a:ext cx="7525800" cy="19237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119BCD-958E-B2CB-B5EF-BBD780FCC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789" y="5547773"/>
            <a:ext cx="89899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with multiple qualifications often contribute to critical or growth-focused roles.</a:t>
            </a:r>
          </a:p>
        </p:txBody>
      </p:sp>
    </p:spTree>
    <p:extLst>
      <p:ext uri="{BB962C8B-B14F-4D97-AF65-F5344CB8AC3E}">
        <p14:creationId xmlns:p14="http://schemas.microsoft.com/office/powerpoint/2010/main" val="3177462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A114DC-3F9B-9095-D2DF-9B77D29A9E28}"/>
              </a:ext>
            </a:extLst>
          </p:cNvPr>
          <p:cNvSpPr/>
          <p:nvPr/>
        </p:nvSpPr>
        <p:spPr>
          <a:xfrm>
            <a:off x="349262" y="859389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year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had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most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employees</a:t>
            </a:r>
            <a:r>
              <a:rPr lang="en-US" sz="20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taking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leaves?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8F3AB-D66D-48A4-C075-07EA7EF60DF3}"/>
              </a:ext>
            </a:extLst>
          </p:cNvPr>
          <p:cNvSpPr txBox="1"/>
          <p:nvPr/>
        </p:nvSpPr>
        <p:spPr>
          <a:xfrm>
            <a:off x="2398293" y="150911"/>
            <a:ext cx="7395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4. LEAVE</a:t>
            </a:r>
            <a:r>
              <a:rPr lang="en-IN" sz="3200" b="1" spc="-90" dirty="0"/>
              <a:t> </a:t>
            </a:r>
            <a:r>
              <a:rPr lang="en-IN" sz="3200" b="1" dirty="0"/>
              <a:t>AND</a:t>
            </a:r>
            <a:r>
              <a:rPr lang="en-IN" sz="3200" b="1" spc="-114" dirty="0"/>
              <a:t> </a:t>
            </a:r>
            <a:r>
              <a:rPr lang="en-IN" sz="3200" b="1" dirty="0"/>
              <a:t>ABSENCE</a:t>
            </a:r>
            <a:r>
              <a:rPr lang="en-IN" sz="3200" b="1" spc="-125" dirty="0"/>
              <a:t> </a:t>
            </a:r>
            <a:r>
              <a:rPr lang="en-IN" sz="3200" b="1" spc="-10" dirty="0"/>
              <a:t>PATTERNS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5C652-3B21-47CE-F683-48604CA2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874" y="3282012"/>
            <a:ext cx="3208600" cy="861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B1AC0A-7CDD-6BEB-7745-F5CCD82B3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02" y="2758751"/>
            <a:ext cx="6596151" cy="13845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03DAAF-7911-2770-6432-50E576CC6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368" y="5519969"/>
            <a:ext cx="9377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year with the highest leave count reflects increased workforce absence during that period.</a:t>
            </a:r>
          </a:p>
        </p:txBody>
      </p:sp>
    </p:spTree>
    <p:extLst>
      <p:ext uri="{BB962C8B-B14F-4D97-AF65-F5344CB8AC3E}">
        <p14:creationId xmlns:p14="http://schemas.microsoft.com/office/powerpoint/2010/main" val="1409697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F36D6-E463-07D3-358D-AFD111587055}"/>
              </a:ext>
            </a:extLst>
          </p:cNvPr>
          <p:cNvSpPr/>
          <p:nvPr/>
        </p:nvSpPr>
        <p:spPr>
          <a:xfrm>
            <a:off x="349262" y="522505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What is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average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number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leave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days</a:t>
            </a:r>
            <a:r>
              <a:rPr lang="en-US"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taken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its</a:t>
            </a:r>
            <a:r>
              <a:rPr lang="en-US" sz="20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employees</a:t>
            </a:r>
            <a:r>
              <a:rPr lang="en-US" sz="20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per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department?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B46E4-6023-F2C8-2120-831DC68B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063" y="2312985"/>
            <a:ext cx="2715158" cy="2676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379549-40B5-C7CB-E5DF-0AE376B72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2" y="2312985"/>
            <a:ext cx="8068801" cy="19528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E69604-88BB-07A0-6056-960C59DBB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010" y="5548986"/>
            <a:ext cx="74398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leave averages across departments indicate uniform leave policies.</a:t>
            </a:r>
          </a:p>
        </p:txBody>
      </p:sp>
    </p:spTree>
    <p:extLst>
      <p:ext uri="{BB962C8B-B14F-4D97-AF65-F5344CB8AC3E}">
        <p14:creationId xmlns:p14="http://schemas.microsoft.com/office/powerpoint/2010/main" val="3382152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F534F3-F168-F5CB-231B-7D11180B0D81}"/>
              </a:ext>
            </a:extLst>
          </p:cNvPr>
          <p:cNvSpPr/>
          <p:nvPr/>
        </p:nvSpPr>
        <p:spPr>
          <a:xfrm>
            <a:off x="349262" y="458336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employees</a:t>
            </a:r>
            <a:r>
              <a:rPr lang="en-US" sz="20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have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taken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most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leaves?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7EADA-D36B-0855-5980-005C63811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494" y="2271275"/>
            <a:ext cx="3363443" cy="2782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D5FF38-EA4D-071C-7D60-84AB71C88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2" y="2271275"/>
            <a:ext cx="7468642" cy="180047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526B03-8D72-7725-E293-C36AFFA3C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179" y="5635866"/>
            <a:ext cx="70246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high-leave employees helps HR plan workloads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147914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4BFCF5-A131-284A-79E9-EAB567522484}"/>
              </a:ext>
            </a:extLst>
          </p:cNvPr>
          <p:cNvSpPr/>
          <p:nvPr/>
        </p:nvSpPr>
        <p:spPr>
          <a:xfrm>
            <a:off x="349262" y="410210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What</a:t>
            </a:r>
            <a:r>
              <a:rPr lang="en-US" sz="2000" spc="1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is</a:t>
            </a:r>
            <a:r>
              <a:rPr lang="en-US" sz="2000" spc="-1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3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total number of</a:t>
            </a:r>
            <a:r>
              <a:rPr lang="en-US" sz="2000" spc="-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leave</a:t>
            </a:r>
            <a:r>
              <a:rPr lang="en-US" sz="2000" spc="-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days</a:t>
            </a:r>
            <a:r>
              <a:rPr lang="en-US" sz="2000" spc="-3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taken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company-wide?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9BDF1-8F7D-1464-5071-D4B67B5A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032" y="2751135"/>
            <a:ext cx="3393352" cy="861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FD553A-40F3-767F-71C6-492DB00FE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12" y="2693529"/>
            <a:ext cx="7307220" cy="8612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A7D8B0-1FBA-DCA8-5C92-17193BD9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358" y="5418039"/>
            <a:ext cx="69813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leave days provide an overview of overall employee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2676299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B54C1A-F774-523B-DD54-30DE4DC5A880}"/>
              </a:ext>
            </a:extLst>
          </p:cNvPr>
          <p:cNvSpPr/>
          <p:nvPr/>
        </p:nvSpPr>
        <p:spPr>
          <a:xfrm>
            <a:off x="349262" y="410210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How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do</a:t>
            </a:r>
            <a:r>
              <a:rPr lang="en-US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leave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days</a:t>
            </a:r>
            <a:r>
              <a:rPr lang="en-US" sz="20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correlate</a:t>
            </a:r>
            <a:r>
              <a:rPr lang="en-US"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lang="en-US"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payroll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amounts?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E0A46B-92B5-A580-83F0-D752B504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483" y="2082564"/>
            <a:ext cx="3998642" cy="2692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ABACD2-83EB-4AC5-7231-6A874E15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9262" y="2358382"/>
            <a:ext cx="7135221" cy="17995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0FC145-D2D3-8C70-E767-141ABAEB6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642" y="5570491"/>
            <a:ext cx="76258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Payroll amounts show an indicative relationship with employee leave usage.</a:t>
            </a:r>
          </a:p>
        </p:txBody>
      </p:sp>
    </p:spTree>
    <p:extLst>
      <p:ext uri="{BB962C8B-B14F-4D97-AF65-F5344CB8AC3E}">
        <p14:creationId xmlns:p14="http://schemas.microsoft.com/office/powerpoint/2010/main" val="351958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FC9F5C-0E33-52F3-8289-DD1B4025B7C3}"/>
              </a:ext>
            </a:extLst>
          </p:cNvPr>
          <p:cNvSpPr/>
          <p:nvPr/>
        </p:nvSpPr>
        <p:spPr>
          <a:xfrm>
            <a:off x="349262" y="859389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What is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total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monthly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payroll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processed?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B312B-E827-E965-2658-99A70E0201E9}"/>
              </a:ext>
            </a:extLst>
          </p:cNvPr>
          <p:cNvSpPr txBox="1"/>
          <p:nvPr/>
        </p:nvSpPr>
        <p:spPr>
          <a:xfrm>
            <a:off x="2221830" y="146277"/>
            <a:ext cx="7748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5. PAYROLL</a:t>
            </a:r>
            <a:r>
              <a:rPr kumimoji="0" lang="en-IN" sz="3200" b="1" i="0" u="none" strike="noStrike" kern="0" cap="none" spc="-10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AND</a:t>
            </a:r>
            <a:r>
              <a:rPr kumimoji="0" lang="en-IN" sz="3200" b="1" i="0" u="none" strike="noStrike" kern="0" cap="none" spc="-13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IN" sz="3200" b="1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COMPENSATION</a:t>
            </a:r>
            <a:r>
              <a:rPr kumimoji="0" lang="en-IN" sz="3200" b="1" i="0" u="none" strike="noStrike" kern="0" cap="none" spc="-13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IN" sz="3200" b="1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ANALYSIS</a:t>
            </a:r>
            <a:endParaRPr lang="en-IN" sz="3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C88F05-6B16-4A76-92E5-52EA8418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29732" y="3262104"/>
            <a:ext cx="4442559" cy="72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F3A234-9126-A5B2-1266-0FE25E8DA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6147" y="2725761"/>
            <a:ext cx="5799206" cy="180047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A4E563-74A0-BB95-B2A1-D1912472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493" y="5531353"/>
            <a:ext cx="65421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payroll trends help track consistent compensation flow.</a:t>
            </a:r>
          </a:p>
        </p:txBody>
      </p:sp>
    </p:spTree>
    <p:extLst>
      <p:ext uri="{BB962C8B-B14F-4D97-AF65-F5344CB8AC3E}">
        <p14:creationId xmlns:p14="http://schemas.microsoft.com/office/powerpoint/2010/main" val="3590385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E0E729-463D-53F7-1D63-B17608CE8E90}"/>
              </a:ext>
            </a:extLst>
          </p:cNvPr>
          <p:cNvSpPr/>
          <p:nvPr/>
        </p:nvSpPr>
        <p:spPr>
          <a:xfrm>
            <a:off x="349262" y="522505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What is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average</a:t>
            </a:r>
            <a:r>
              <a:rPr lang="en-US"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bonus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given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per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 department?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F8BC27-32E2-2DBE-537A-540280FF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303" y="2212457"/>
            <a:ext cx="2951035" cy="2681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42EA4-4860-A276-2096-AE52A4981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00" y="2212457"/>
            <a:ext cx="7312108" cy="18451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11405B-B9B8-8028-EDF4-CC34F280B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873" y="5537955"/>
            <a:ext cx="85298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 distribution differs across departments based on performance and role impact.</a:t>
            </a:r>
          </a:p>
        </p:txBody>
      </p:sp>
    </p:spTree>
    <p:extLst>
      <p:ext uri="{BB962C8B-B14F-4D97-AF65-F5344CB8AC3E}">
        <p14:creationId xmlns:p14="http://schemas.microsoft.com/office/powerpoint/2010/main" val="3265952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F219F9-86A6-465F-C3A6-7F7DAC5DD756}"/>
              </a:ext>
            </a:extLst>
          </p:cNvPr>
          <p:cNvSpPr/>
          <p:nvPr/>
        </p:nvSpPr>
        <p:spPr>
          <a:xfrm>
            <a:off x="349262" y="506463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lang="en-US" sz="20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department</a:t>
            </a:r>
            <a:r>
              <a:rPr lang="en-US" sz="20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receives</a:t>
            </a:r>
            <a:r>
              <a:rPr lang="en-US"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highest</a:t>
            </a:r>
            <a:r>
              <a:rPr lang="en-US" sz="20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total</a:t>
            </a:r>
            <a:r>
              <a:rPr lang="en-US"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Calibri"/>
                <a:cs typeface="Calibri"/>
              </a:rPr>
              <a:t>bonuses?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5CEFC-C049-743F-5AF5-85324603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320" y="2363576"/>
            <a:ext cx="2885749" cy="26255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544998-53DA-6881-04AE-359541813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39" y="2363576"/>
            <a:ext cx="6865592" cy="18715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C19CFE-5E84-297B-2628-8A145D189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110" y="5615620"/>
            <a:ext cx="79880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receiving higher bonuses typically support key business outcomes.</a:t>
            </a:r>
          </a:p>
        </p:txBody>
      </p:sp>
    </p:spTree>
    <p:extLst>
      <p:ext uri="{BB962C8B-B14F-4D97-AF65-F5344CB8AC3E}">
        <p14:creationId xmlns:p14="http://schemas.microsoft.com/office/powerpoint/2010/main" val="1407621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5FD449-17FE-3DA8-475E-71A6C92BEB70}"/>
              </a:ext>
            </a:extLst>
          </p:cNvPr>
          <p:cNvSpPr/>
          <p:nvPr/>
        </p:nvSpPr>
        <p:spPr>
          <a:xfrm>
            <a:off x="349262" y="522505"/>
            <a:ext cx="11493475" cy="86125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 lvl="0" algn="ctr">
              <a:spcBef>
                <a:spcPts val="100"/>
              </a:spcBef>
              <a:buClrTx/>
              <a:defRPr/>
            </a:pPr>
            <a:r>
              <a:rPr lang="en-US" sz="2000" dirty="0">
                <a:solidFill>
                  <a:srgbClr val="000000"/>
                </a:solidFill>
              </a:rPr>
              <a:t>What</a:t>
            </a:r>
            <a:r>
              <a:rPr lang="en-US" sz="2000" spc="-1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is</a:t>
            </a:r>
            <a:r>
              <a:rPr lang="en-US" sz="2000" spc="-2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the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average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value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of total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amount</a:t>
            </a:r>
            <a:r>
              <a:rPr lang="en-US" sz="2000" spc="-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after</a:t>
            </a:r>
            <a:r>
              <a:rPr lang="en-US" sz="2000" spc="-45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considering</a:t>
            </a:r>
            <a:r>
              <a:rPr lang="en-US" sz="2000" spc="-4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leave</a:t>
            </a:r>
            <a:r>
              <a:rPr lang="en-US" sz="2000" spc="-25" dirty="0">
                <a:solidFill>
                  <a:srgbClr val="000000"/>
                </a:solidFill>
              </a:rPr>
              <a:t> </a:t>
            </a:r>
            <a:r>
              <a:rPr lang="en-US" sz="2000" spc="-10" dirty="0">
                <a:solidFill>
                  <a:srgbClr val="000000"/>
                </a:solidFill>
              </a:rPr>
              <a:t>deductions?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64B1E-F041-172D-C537-C12E3799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456" y="2673950"/>
            <a:ext cx="3300434" cy="1002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7C68A-620F-3B42-1818-D234B9E06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7" y="2673950"/>
            <a:ext cx="7099339" cy="10026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6D2596-585E-0143-D9B4-D1A842518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494" y="5450124"/>
            <a:ext cx="87895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payroll values reflect the combined effect of salary, bonuses, and leave deductions.</a:t>
            </a:r>
          </a:p>
        </p:txBody>
      </p:sp>
    </p:spTree>
    <p:extLst>
      <p:ext uri="{BB962C8B-B14F-4D97-AF65-F5344CB8AC3E}">
        <p14:creationId xmlns:p14="http://schemas.microsoft.com/office/powerpoint/2010/main" val="1540395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EFB00-7C1B-5792-5B61-E7A30E50E5C6}"/>
              </a:ext>
            </a:extLst>
          </p:cNvPr>
          <p:cNvSpPr txBox="1"/>
          <p:nvPr/>
        </p:nvSpPr>
        <p:spPr>
          <a:xfrm>
            <a:off x="167147" y="681486"/>
            <a:ext cx="1185770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BUSINESS INSIGHTS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Departments with a higher number of employees contribute the largest share of total payroll expenditure, indicating their critical operational role.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Salary distribution varies significantly across departments, reflecting differences in skill requirements, job complexity, and responsibilities.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High-paying job roles are closely associated with specialized skills and higher qualification levels.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Payroll analysis shows that compensation costs form a major recurring organizational expense, requiring continuous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Leave usage patterns are generally balanced across departments, suggesting consistent leave policies within the organization.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Employees with multiple qualifications tend to receive higher compensation, highlighting the business value of skill development and expertise.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/>
              <a:t>BUSINESS RECOMMENDATIONS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Regularly review high-cost departments to ensure optimal workforce utilization and cost-to-performance balance.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Introduce skill-based incentives and certification-linked bonuses to encourage continuous employee upskilling.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Monitor payroll expenditure trends periodically to identify opportunities for cost optimization without affecting productivity.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 leave pattern analysis to improve workload planning and prevent productivity loss during peak absence periods.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Extend the Employee Management System to include performance tracking and predictive analytics for strategic HR decision-making.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A4B8D-26BA-5273-3384-BABC81729125}"/>
              </a:ext>
            </a:extLst>
          </p:cNvPr>
          <p:cNvSpPr txBox="1"/>
          <p:nvPr/>
        </p:nvSpPr>
        <p:spPr>
          <a:xfrm>
            <a:off x="2432382" y="158266"/>
            <a:ext cx="7327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Business</a:t>
            </a:r>
            <a:r>
              <a:rPr lang="en-IN" sz="2800" b="1" spc="-165" dirty="0">
                <a:solidFill>
                  <a:srgbClr val="FF0000"/>
                </a:solidFill>
                <a:latin typeface="+mj-lt"/>
              </a:rPr>
              <a:t> I</a:t>
            </a:r>
            <a:r>
              <a:rPr lang="en-IN" sz="2800" b="1" dirty="0">
                <a:solidFill>
                  <a:srgbClr val="FF0000"/>
                </a:solidFill>
                <a:latin typeface="+mj-lt"/>
              </a:rPr>
              <a:t>nsights</a:t>
            </a:r>
            <a:r>
              <a:rPr lang="en-IN" sz="2800" b="1" spc="-145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IN" sz="2800" b="1" dirty="0">
                <a:solidFill>
                  <a:srgbClr val="FF0000"/>
                </a:solidFill>
                <a:latin typeface="+mj-lt"/>
              </a:rPr>
              <a:t>and</a:t>
            </a:r>
            <a:r>
              <a:rPr lang="en-IN" sz="2800" b="1" spc="-14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IN" sz="2800" b="1" spc="-10" dirty="0">
                <a:solidFill>
                  <a:srgbClr val="FF0000"/>
                </a:solidFill>
                <a:latin typeface="+mj-lt"/>
              </a:rPr>
              <a:t>Recommendations</a:t>
            </a:r>
            <a:endParaRPr lang="en-IN" sz="2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367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76F8B-A0C2-1156-F38F-7869E6E043F6}"/>
              </a:ext>
            </a:extLst>
          </p:cNvPr>
          <p:cNvSpPr txBox="1"/>
          <p:nvPr/>
        </p:nvSpPr>
        <p:spPr>
          <a:xfrm>
            <a:off x="235975" y="1028343"/>
            <a:ext cx="118773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Successfully designed and implemented an SQL-based Employee Management System for structured HR data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Integrated employee, department, job role, salary, qualification, leave, and payroll information into a unified database.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Ensured data accuracy, consistency, and integrity using relational database principles and constraints.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Performed comprehensive SQL analysis to extract meaningful workforce and payroll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Analyzed workforce distribution, compensation patterns, and departmental cost trends.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Enabled efficient payroll processing and leave tracking through optimized queries.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Demonstrated the importance of structured data in supporting informed business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Designed the system to be scalable and adaptable for future HR and analytical enhancements.</a:t>
            </a: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D53E-51D5-9255-D912-0D05E33F4742}"/>
              </a:ext>
            </a:extLst>
          </p:cNvPr>
          <p:cNvSpPr txBox="1"/>
          <p:nvPr/>
        </p:nvSpPr>
        <p:spPr>
          <a:xfrm>
            <a:off x="4306530" y="294967"/>
            <a:ext cx="214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Conclusion</a:t>
            </a:r>
            <a:endParaRPr lang="en-IN" sz="2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5743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23D226-6008-4E42-5DF6-3F6CC727C9EB}"/>
              </a:ext>
            </a:extLst>
          </p:cNvPr>
          <p:cNvSpPr txBox="1"/>
          <p:nvPr/>
        </p:nvSpPr>
        <p:spPr>
          <a:xfrm>
            <a:off x="117987" y="1123240"/>
            <a:ext cx="12074013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Designing an appropriate relational database schema and identifying correct relationships between multiple tables.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Implementing foreign key constraints and cascading rules without causing dependency or reference errors.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Managing data consistency while integrating employee, payroll, leave, and salary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Writing complex SQL queries involving multiple joins, aggregations, and grouping operations.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Handling real-world scenarios such as multiple payroll records, leave aggregation, and department-level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Interpreting query results and converting technical outputs into meaningful business insights.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C78F1-0153-6137-65B4-160F0E8BFFA7}"/>
              </a:ext>
            </a:extLst>
          </p:cNvPr>
          <p:cNvSpPr txBox="1"/>
          <p:nvPr/>
        </p:nvSpPr>
        <p:spPr>
          <a:xfrm>
            <a:off x="4094748" y="345821"/>
            <a:ext cx="32044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+mj-lt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1766965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1298</Words>
  <Application>Microsoft Office PowerPoint</Application>
  <PresentationFormat>Widescreen</PresentationFormat>
  <Paragraphs>145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</vt:lpstr>
      <vt:lpstr>Libre Baskerville</vt:lpstr>
      <vt:lpstr>Arial</vt:lpstr>
      <vt:lpstr>Wingdings</vt:lpstr>
      <vt:lpstr>Lato Black</vt:lpstr>
      <vt:lpstr>Office Theme</vt:lpstr>
      <vt:lpstr>PowerPoint Presentation</vt:lpstr>
      <vt:lpstr>PowerPoint Presentation</vt:lpstr>
      <vt:lpstr>AGENDA </vt:lpstr>
      <vt:lpstr>PowerPoint Presentation</vt:lpstr>
      <vt:lpstr>PowerPoint Presentation</vt:lpstr>
      <vt:lpstr>PowerPoint Presentation</vt:lpstr>
      <vt:lpstr>DATABASE SCHEMA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Siddhartha Boddu</cp:lastModifiedBy>
  <cp:revision>4</cp:revision>
  <dcterms:created xsi:type="dcterms:W3CDTF">2021-02-16T05:19:01Z</dcterms:created>
  <dcterms:modified xsi:type="dcterms:W3CDTF">2026-01-29T11:45:26Z</dcterms:modified>
</cp:coreProperties>
</file>